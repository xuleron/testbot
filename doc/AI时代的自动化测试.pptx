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AI 时代的自动化测试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D4AA"/>
                </a:solidFill>
              </a:defRPr>
            </a:pPr>
            <a:r>
              <a:t>从手工脚本到智能测试工程 · 6Q OA 实践分享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01  为什么需要自动化测试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02  传统自动化测试的痛点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03  AI 带来了什么变革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04  AI 时代自动化测试全流程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05  工具链与技术选型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06  实战案例：6Q OA 测试工程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07  测试分层与覆盖策略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08  常见问题与 AI 解法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09  最佳实践与未来趋势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9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01  为什么需要自动化测试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软件质量的三道防线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单元测试 — 开发阶段，验证函数/模块逻辑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集成测试 — 接口层，验证服务间协作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端到端测试（E2E）— 用户视角，验证完整业务流程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自动化测试的核心价值：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  ✦  回归效率：发版前 10 分钟跑完，替代 2 天人工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  ✦  质量门禁：CI/CD 流水线中的「红灯」保护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  ✦  文档作用：测试用例即「可执行的需求说明」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  ✦  信心保障：重构/升级后快速验证「有没有改坏」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9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02  传统自动化测试的痛点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传统模式的困境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FF"/>
                </a:solidFill>
              </a:defRPr>
            </a:pPr>
            <a:r>
              <a:t>开发侧痛点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录制脚本脆弱，UI 改一处全挂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Page Object 维护成本高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动态路由/权限菜单难以覆盖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验证码、SSO 等阻碍自动化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测试用例编写速度 &lt;&lt; 功能开发速度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FF"/>
                </a:solidFill>
              </a:defRPr>
            </a:pPr>
            <a:r>
              <a:t>团队侧痛点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测试人员不足，覆盖率低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用例更新滞后，成为摆设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环境/数据准备复杂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Flaky Test 消耗信任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ROI 难以向管理层证明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典型项目的数据（以 OA 系统为例）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前端 views 目录：271 个 .vue 文件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独立页面：~97 个，静态路由：~70 条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动态菜单路由：由后台数据库配置，代码中不可见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子组件/弹窗：~180 个，不需要独立 E2E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传统做法：人工逐个页面写用例 → 2~3 周起步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AI 辅助做法：分析路由 + 自动生成框架 → 1~2 天起步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BBBBBB"/>
                </a:solidFill>
              </a:defRPr>
            </a:pPr>
            <a:r>
              <a:t>数据来源：6Q OA 前端项目实际扫描结果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9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03  AI 带来了什么变革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AI 不是替代测试，而是重构测试工作流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🔍  代码理解  — AI 遍历整个前端仓库，提取路由/菜单/页面结构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✍️  用例生成  — 根据路由注册表自动生成 parametrized 冒烟测试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🔧  问题修复  — 登录验证码、选择器失效，AI 分析源码给出方案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📊  覆盖分析  — 自动对比「页面文件 vs 测试用例」输出差距报告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🤖  智能遍历  — 登录后拦截菜单 API，动态访问全部有权限页面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💬  自然语言  — 「帮我测流程中心」→ 生成对应模块测试文件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AI 时代 vs 传统时代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FF"/>
                </a:solidFill>
              </a:defRPr>
            </a:pPr>
            <a:r>
              <a:t>传统时代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人工读代码找路由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手动写 Page Object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逐个页面录脚本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测试人员 = 脚本维护工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覆盖率靠人力堆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FF"/>
                </a:solidFill>
              </a:defRPr>
            </a:pPr>
            <a:r>
              <a:t>AI 时代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Agent 扫描代码库生成路由表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AI 生成 pytest + Playwright 框架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人审核 + 补充深度用例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测试人员 = 质量架构师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覆盖率 = 自动生成 + 动态遍历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9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04  AI 时代自动化测试全流程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六步闭环流程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①  需求理解    AI 分析前端路由、菜单 SQL、views 目录结构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②  框架搭建    生成 pytest + Playwright + conftest + helpers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③  用例生成    按模块自动生成冒烟/导航/CRUD 测试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④  环境配置    .env 管理账号、SKIP_CAPTCHA、登录态缓存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⑤  执行反馈    pytest 运行 → 失败用例 AI 诊断修复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⑥  持续维护    前端变更 → 重新 extract_routes → 增量更新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BBBBBB"/>
                </a:solidFill>
              </a:defRPr>
            </a:pPr>
            <a:r>
              <a:t>核心转变：人从「写脚本」变为「审脚本 + 定策略」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流程示意图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  ┌──────────┐    ┌──────────┐    ┌──────────┐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  │ 前端代码库 │ →  │ AI Agent │ →  │ 路由注册表 │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  └──────────┘    └──────────┘    └──────────┘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                                        ↓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  ┌──────────┐    ┌──────────┐    ┌──────────┐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  │ 测试报告   │ ←  │  Playwright│ ←  │ 测试用例集 │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  └──────────┘    └──────────┘    └──────────┘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       ↑                                  ↑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  ┌──────────┐                      ┌──────────┐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  │ CI/CD    │                      │ .env 配置 │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  └──────────┘                      └──────────┘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9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05  工具链与技术选型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推荐工具链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测试框架    pytest          — 参数化、fixture、报告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浏览器自动化 Playwright      — 比 Selenium 更快更稳，内置 codegen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AI 编程助手  Cursor Agent    — 代码理解、用例生成、问题诊断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路由提取    自研 extract_routes.py — 从 router + SQL + views 三源提取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环境管理    python-dotenv   — 账号/密码/开关配置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依赖管理    requirements.txt — 一键安装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Playwright vs Selenium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FF"/>
                </a:solidFill>
              </a:defRPr>
            </a:pPr>
            <a:r>
              <a:t>Playwright 优势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自动等待，减少 Flaky Test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Codegen 录制 → 一键生成脚本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拦截网络请求（菜单 API）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storage_state 登录态复用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跨浏览器 Chromium/Firefox/WebKit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FF"/>
                </a:solidFill>
              </a:defRPr>
            </a:pPr>
            <a:r>
              <a:t>适用场景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现代 SPA（Vue/React）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需要 API 拦截/模拟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CI headless 运行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快速原型 → 测试套件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6Q OA 等 Element UI 项目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9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06  实战案例：6Q OA 测试工程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项目结构（testoa）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testoa/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├── conftest.py          # pytest 配置 + 登录 fixture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├── helpers.py           # 登录、导航、页面断言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├── routes/registry.py   # 108 条路由注册表（AI 自动生成）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├── scripts/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│   ├── extract_routes.py    # 从前端项目提取路由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│   └── coverage_report.py   # 覆盖差距报告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└── tests/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    ├── test_login.py          # 登录（4 用例）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    ├── test_auto_smoke.py     # 全路由冒烟（90+ 用例）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    ├── test_dynamic_menu.py   # 菜单全量遍历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    └── test_module_*.py       # 按模块深度测试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从录制脚本到测试套件（真实过程）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Step 1  Playwright Codegen 录制登录 + 新建任务 → testoa.py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Step 2  AI 重构为 pytest 框架，.env 管理敏感信息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Step 3  AI 扫描 D:\Projects\6Q\oa\front 全部 271 个 vue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Step 4  生成 108 条路由 + 253 个 pytest 用例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Step 5  解决验证码：SKIP_CAPTCHA=true → API 登录绕过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Step 6  登录态缓存 .auth/state.json → 后续免登录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BBBBBB"/>
                </a:solidFill>
              </a:defRPr>
            </a:pPr>
            <a:r>
              <a:t>整个过程由 Cursor AI Agent 辅助完成，人工主要负责审核和补充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9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07  测试分层与覆盖策略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三层测试金字塔（E2E 视角）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▲  深度业务测试（少量，高价值）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     新建任务、审批流程、考试提交等完整用户旅程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▲  模块导航测试（中量）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     流程中心、个人中心、培训模块菜单跳转验证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▲▲▲  页面冒烟测试（大量，AI 自动生成）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     每个路由可访问、无 500、不跳登录、无白屏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覆盖策略：静态 + 动态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静态路由覆盖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  • 从 router/index.js 提取 constantRoutes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  • 从 backend SQL 提取菜单 route_extend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  • parametrized 冒烟：test_auto_smoke.py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动态菜单覆盖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  • 登录后拦截 getCurrentUserMenu API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  • 遍历当前用户有权限的全部菜单页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  • 输出 menu_crawl_report.json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未覆盖页面 → 标记 skip + 报告，不阻塞 CI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9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08  常见问题与 AI 解法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典型难题 &amp; AI 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验证码阻碍登录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  → AI 读后端源码发现「空验证码跳过校验」→ API 登录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动态路由不可见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  → AI 扫描 SQL 菜单 + 运行时拦截菜单 API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271 个文件哪些要测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  → AI 区分页面 vs 子组件，生成 views_manifest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选择器频繁失效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  → 优先 get_by_role(textbox, name=...) 语义化定位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测试太慢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  → session 级登录态复用 + 按模块分组执行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9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09  最佳实践与未来趋势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最佳实践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✅  敏感信息放 .env，不进 Git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✅  登录逻辑封装 fixture，全局复用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✅  SKIP_CAPTCHA + 登录态缓存，减少人工干预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✅  冒烟自动生成，深度用例人工补充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✅  前端变更时 re-run extract_routes.py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✅  403 skip 不算失败（权限问题，非 Bug）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✅  动态菜单遍历覆盖「数据库配置的页面」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✅  CI 先跑公共页（无需登录），再跑冒烟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未来趋势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AI Agent 自主探索应用 → 自动生成 + 自动修复测试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视觉回归测试 + AI 图像对比（Layout 变化检测）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自然语言驱动：「测一下薪酬模块发薪流程」→ 全自动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测试用例 ↔ 需求文档 双向追溯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Flaky Test 自动诊断与 self-healing 选择器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与大模型结合的测试数据智能生成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快速上手命令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cd testoa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pip install -r requirements.txt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playwright install chromium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# .env 配置 TEST_USERNAME / TEST_PASSWORD / SKIP_CAPTCHA=true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pytest tests/test_public_pages.py     # 公共页（无需登录）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pytest tests/test_auto_smoke.py       # 全路由冒烟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pytest tests/test_dynamic_menu.py     # 菜单全量遍历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pytest                                 # 全部 253 个用例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谢谢！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D4AA"/>
                </a:solidFill>
              </a:defRPr>
            </a:pPr>
            <a:r>
              <a:t>Q &amp; A  ·  AI + 自动化测试 = 更快、更广、更稳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